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NVIDIA Corporation Integration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Post-Merger Integration Strategy</a:t>
            </a:r>
          </a:p>
          <a:p>
            <a:r>
              <a:t>November 08,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Integration Objectives:</a:t>
            </a:r>
          </a:p>
          <a:p>
            <a:pPr lvl="1"/>
            <a:r>
              <a:t>Capture identified synergies within 12-18 months</a:t>
            </a:r>
          </a:p>
          <a:p>
            <a:pPr lvl="1"/>
            <a:r>
              <a:t>Maintain business continuity and customer satisfaction</a:t>
            </a:r>
          </a:p>
          <a:p>
            <a:pPr lvl="1"/>
            <a:r>
              <a:t>Retain key talent and ensure cultural alignment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Synergy Realization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Target Synergies: $50389.3M</a:t>
            </a:r>
          </a:p>
          <a:p>
            <a:pPr lvl="1"/>
            <a:r>
              <a:t>Revenue Synergies: $15116.8M (30%)</a:t>
            </a:r>
          </a:p>
          <a:p>
            <a:pPr lvl="1"/>
            <a:r>
              <a:t>Cost Synergies: $35272.5M (70%)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Critical Day 1 Actions:</a:t>
            </a:r>
          </a:p>
          <a:p>
            <a:pPr lvl="1"/>
            <a:r>
              <a:t>Announce integration leadership team</a:t>
            </a:r>
          </a:p>
          <a:p>
            <a:pPr lvl="1"/>
            <a:r>
              <a:t>Communicate with employees, customers, and partners</a:t>
            </a:r>
          </a:p>
          <a:p>
            <a:pPr lvl="1"/>
            <a:r>
              <a:t>Ensure IT systems stability and security</a:t>
            </a:r>
          </a:p>
          <a:p>
            <a:pPr lvl="1"/>
            <a:r>
              <a:t>Confirm banking and treasury operations</a:t>
            </a:r>
          </a:p>
          <a:p>
            <a:pPr lvl="1"/>
            <a:r>
              <a:t>Execute employee retention agreements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100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Achievements by Day 100:</a:t>
            </a:r>
          </a:p>
          <a:p>
            <a:pPr lvl="1"/>
            <a:r>
              <a:t>Complete organizational design and communicate new structure</a:t>
            </a:r>
          </a:p>
          <a:p>
            <a:pPr lvl="1"/>
            <a:r>
              <a:t>Integrate sales and go-to-market teams</a:t>
            </a:r>
          </a:p>
          <a:p>
            <a:pPr lvl="1"/>
            <a:r>
              <a:t>Consolidate facilities and real estate</a:t>
            </a:r>
          </a:p>
          <a:p>
            <a:pPr lvl="1"/>
            <a:r>
              <a:t>Achieve 25% of cost synergy targets</a:t>
            </a:r>
          </a:p>
          <a:p>
            <a:pPr lvl="1"/>
            <a:r>
              <a:t>Launch cross-sell initiatives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KPI Scorecard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