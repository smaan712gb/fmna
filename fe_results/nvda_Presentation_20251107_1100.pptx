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NVIDIA Corporation (nvda)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Valuation Analysis</a:t>
            </a:r>
          </a:p>
          <a:p>
            <a:r>
              <a:t>November 07,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Findings:</a:t>
            </a:r>
          </a:p>
          <a:p>
            <a:pPr lvl="1"/>
            <a:r>
              <a:t>DCF Valuation: $4.74/share</a:t>
            </a:r>
          </a:p>
          <a:p>
            <a:pPr lvl="1"/>
            <a:r>
              <a:t>CCA Valuation: $82.27/share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